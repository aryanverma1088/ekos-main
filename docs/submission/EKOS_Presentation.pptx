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Operating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39136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IR-first enterprise knowledge discovery and integrity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 Retrieval Course Project  ·  Aurelia Technologies (fictional, ~2,000 employees)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" y="1783080"/>
            <a:ext cx="100584" cy="100584"/>
          </a:xfrm>
          <a:prstGeom prst="ellipse">
            <a:avLst/>
          </a:prstGeom>
          <a:solidFill>
            <a:srgbClr val="5DA37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783080"/>
            <a:ext cx="100584" cy="100584"/>
          </a:xfrm>
          <a:prstGeom prst="ellipse">
            <a:avLst/>
          </a:prstGeom>
          <a:solidFill>
            <a:srgbClr val="5DA37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1783080"/>
            <a:ext cx="100584" cy="100584"/>
          </a:xfrm>
          <a:prstGeom prst="ellipse">
            <a:avLst/>
          </a:prstGeom>
          <a:solidFill>
            <a:srgbClr val="5DA37E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1783080"/>
            <a:ext cx="100584" cy="100584"/>
          </a:xfrm>
          <a:prstGeom prst="ellipse">
            <a:avLst/>
          </a:prstGeom>
          <a:solidFill>
            <a:srgbClr val="2C3441"/>
          </a:solidFill>
          <a:ln/>
        </p:spPr>
      </p:sp>
      <p:sp>
        <p:nvSpPr>
          <p:cNvPr id="10" name="Shape 8"/>
          <p:cNvSpPr/>
          <p:nvPr/>
        </p:nvSpPr>
        <p:spPr>
          <a:xfrm>
            <a:off x="1700784" y="1783080"/>
            <a:ext cx="100584" cy="100584"/>
          </a:xfrm>
          <a:prstGeom prst="ellipse">
            <a:avLst/>
          </a:prstGeom>
          <a:solidFill>
            <a:srgbClr val="2C3441"/>
          </a:solidFill>
          <a:ln/>
        </p:spPr>
      </p:sp>
      <p:sp>
        <p:nvSpPr>
          <p:cNvPr id="11" name="Shape 9"/>
          <p:cNvSpPr/>
          <p:nvPr/>
        </p:nvSpPr>
        <p:spPr>
          <a:xfrm>
            <a:off x="1901952" y="1783080"/>
            <a:ext cx="100584" cy="100584"/>
          </a:xfrm>
          <a:prstGeom prst="ellipse">
            <a:avLst/>
          </a:prstGeom>
          <a:solidFill>
            <a:srgbClr val="2C344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Enterprises don't lack information.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lack knowledge integrity.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1B212B"/>
          </a:solidFill>
          <a:ln w="12700">
            <a:solidFill>
              <a:srgbClr val="2C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policy fact is restated across a handbook, a formal policy, and informal notes — each slightly different.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3317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1B212B"/>
          </a:solidFill>
          <a:ln w="12700">
            <a:solidFill>
              <a:srgbClr val="2C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31546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get superseded but not retired. Outdated guidance keeps getting cited as current.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3317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1B212B"/>
          </a:solidFill>
          <a:ln w="12700">
            <a:solidFill>
              <a:srgbClr val="2C3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conflict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0" y="31546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departments define the same term differently. Two policies disagree. Search returns both and picks neither.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EKOS ADDS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a search box can't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A36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relevant knowledge?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A36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is it — lexically and semantically?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A36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251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connected to everything else the org knows?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A36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5212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trusted — is it current, and does it conflict with anything?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400" dirty="0"/>
          </a:p>
        </p:txBody>
      </p:sp>
      <p:pic>
        <p:nvPicPr>
          <p:cNvPr id="4" name="Image 0" descr="/home/claude/ekos_submission/slide_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7863840" cy="4749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CORPUS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controlled dataset, not a random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documents · 24 chunks — HR, IT-Security, Finance, Engineering, Projects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fictional company, Aurelia Technologies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B"/>
          </a:solidFill>
          <a:ln w="19050">
            <a:solidFill>
              <a:srgbClr val="3F7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pairs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2834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B"/>
          </a:solidFill>
          <a:ln w="19050">
            <a:solidFill>
              <a:srgbClr val="B55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3017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93592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2834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B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3017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55664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outdated/superseded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pairs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34856" y="2834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B"/>
          </a:solidFill>
          <a:ln w="19050">
            <a:solidFill>
              <a:srgbClr val="4A7B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3017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17736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conflict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Hand-labeled ground truth verified byte-exact against chunked text (automated test) — not asserted on faith.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systems, one evaluation 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B212B"/>
          </a:solidFill>
          <a:ln w="19050">
            <a:solidFill>
              <a:srgbClr val="4A7B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871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7B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baseline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2860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B212B"/>
          </a:solidFill>
          <a:ln w="19050">
            <a:solidFill>
              <a:srgbClr val="3F7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4871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7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9312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(LSA)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SVD — sentence-transformers swap-in ready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22860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B212B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24871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01384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(RRF)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1384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fusion, no tuned weights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22860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B212B"/>
          </a:solidFill>
          <a:ln w="19050">
            <a:solidFill>
              <a:srgbClr val="B55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24871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5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63456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Rerank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rescoring of top candidates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constraint: this sandboxed dev environment can't reach Hugging Face Hub — B and D run swappable no-network fallbacks (one-line config change to switch to real sentence-transformer models).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numbers, honestly interpreted</a:t>
            </a:r>
            <a:endParaRPr lang="en-US" sz="3400" dirty="0"/>
          </a:p>
        </p:txBody>
      </p:sp>
      <p:pic>
        <p:nvPicPr>
          <p:cNvPr id="4" name="Image 0" descr="/home/claude/ekos_submission/slide_assets/comparis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417320"/>
            <a:ext cx="91440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EVALUATION —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System D scores below System 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4114800"/>
          </a:xfrm>
          <a:prstGeom prst="roundRect">
            <a:avLst>
              <a:gd name="adj" fmla="val 2222"/>
            </a:avLst>
          </a:prstGeom>
          <a:solidFill>
            <a:srgbClr val="1B212B"/>
          </a:solidFill>
          <a:ln w="12700">
            <a:solidFill>
              <a:srgbClr val="2C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pPr indent="0" marL="0">
              <a:buNone/>
            </a:pPr>
            <a:r>
              <a:rPr lang="en-US" sz="1500" i="1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company's reimbursement limit for expenses?”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 ranks current Expense Policy v2 fractionally above superseded v1 (near-identical text, differ only in the dollar figure).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TF-IDF reranker has no authority/recency signal — it reverses that order, ranking the superseded version first.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251960"/>
            <a:ext cx="10332720" cy="0"/>
          </a:xfrm>
          <a:prstGeom prst="line">
            <a:avLst/>
          </a:prstGeom>
          <a:noFill/>
          <a:ln w="12700">
            <a:solidFill>
              <a:srgbClr val="2C3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D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bug in the reranking mechanism — the expected result of reranking on lexical similarity alone, when two candidates differ mainly in a fact that changed between versions.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the metadata-authority ranking boost and the integrity engine's outdated-detection component.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</a:t>
            </a:r>
            <a:endParaRPr lang="en-US" sz="3400" dirty="0"/>
          </a:p>
        </p:txBody>
      </p:sp>
      <p:pic>
        <p:nvPicPr>
          <p:cNvPr id="4" name="Image 0" descr="/home/claude/ekos_submission/slide_assets/graph_clicke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8201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1508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A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829800" y="1627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A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829800" y="24963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6676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A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829800" y="33649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types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4251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owned_by · belongs_to · created_by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supersedes · applies_to · references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66760" y="51663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document metadata + rule-based text-reference detection — no LLM. 4 real extraction bugs caught by manually inspecting the graph, not assumed correct.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against ground truth</a:t>
            </a:r>
            <a:endParaRPr lang="en-US" sz="3400" dirty="0"/>
          </a:p>
        </p:txBody>
      </p:sp>
      <p:pic>
        <p:nvPicPr>
          <p:cNvPr id="4" name="Image 0" descr="/home/claude/ekos_submission/slide_assets/integrity_result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417320"/>
            <a:ext cx="8412480" cy="47109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ENGINE — THE CONFLICT 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the thesis visible</a:t>
            </a:r>
            <a:endParaRPr lang="en-US" sz="3400" dirty="0"/>
          </a:p>
        </p:txBody>
      </p:sp>
      <p:pic>
        <p:nvPicPr>
          <p:cNvPr id="4" name="Image 0" descr="/home/claude/ekos_submission/slide_assets/integ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76" y="1417320"/>
            <a:ext cx="7315200" cy="47026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ENGINE — THE MOST IMPORTANT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detection: 0/2, and why that's real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B212B"/>
          </a:solidFill>
          <a:ln w="19050">
            <a:solidFill>
              <a:srgbClr val="B55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labeled duplicate pairs checked against every cross-document chunk pair in the corpus: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Labeled duplicate pair (Leave Policy / Handbook)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28346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Labeled duplicate pair (Security / Device Policy)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0" y="33192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0390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Unrelated pair (Production Access / Access Control)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0" y="380390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0.314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8853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Unrelated pair (Incident Response SOP / Policy)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9680" y="428853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0.271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D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threshold separates true duplicates from noise — not a tuning problem. These are genuine paraphrases sharing a fact but little vocabulary: exactly what lexical methods miss and sentence embeddings solve.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across four retrieval methods live</a:t>
            </a:r>
            <a:endParaRPr lang="en-US" sz="3400" dirty="0"/>
          </a:p>
        </p:txBody>
      </p:sp>
      <p:pic>
        <p:nvPicPr>
          <p:cNvPr id="4" name="Image 0" descr="/home/claude/ekos_submission/slide_assets/searc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371600"/>
            <a:ext cx="7406640" cy="47614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— VERIFIED, NOT ASSUMED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Caught real bugs with browser automation</a:t>
            </a:r>
            <a:endParaRPr lang="en-US" sz="3400" dirty="0"/>
          </a:p>
        </p:txBody>
      </p:sp>
      <p:pic>
        <p:nvPicPr>
          <p:cNvPr id="4" name="Image 0" descr="/home/claude/ekos_submission/slide_assets/mobile_integrit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103120" cy="45513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0" y="1463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text in a numeric callout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0" y="1901952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sentences were rendering inside a large mono box sized for “90 days”-style facts. Fixed: callout only shows for numeric contradictions.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0" y="2971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was broken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0" y="3410712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sidebar consumed most of a 390px viewport; stat labels overlapped. Fixed with a hamburger-drawer nav, re-verified via Playwright.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0" y="5029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caught via real Playwright screenshots against the running app — not assumed correct from source review.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not done, and why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395728"/>
            <a:ext cx="91440" cy="91440"/>
          </a:xfrm>
          <a:prstGeom prst="ellipse">
            <a:avLst/>
          </a:prstGeom>
          <a:solidFill>
            <a:srgbClr val="DDB3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encoder / reranker: no-network fallbacks, not sentence-transformers (swappable, one-line config)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081528"/>
            <a:ext cx="91440" cy="91440"/>
          </a:xfrm>
          <a:prstGeom prst="ellipse">
            <a:avLst/>
          </a:prstGeom>
          <a:solidFill>
            <a:srgbClr val="DDB3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718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detection: numeric facts only — qualitative contradictions need LLM/NLI reasoning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767328"/>
            <a:ext cx="91440" cy="91440"/>
          </a:xfrm>
          <a:prstGeom prst="ellipse">
            <a:avLst/>
          </a:prstGeom>
          <a:solidFill>
            <a:srgbClr val="DDB3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corpus is small (24 chunks) — recall saturates at 1.000 across all systems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453128"/>
            <a:ext cx="91440" cy="91440"/>
          </a:xfrm>
          <a:prstGeom prst="ellipse">
            <a:avLst/>
          </a:prstGeom>
          <a:solidFill>
            <a:srgbClr val="DDB3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43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on any endpoint — documented scope cut, not an oversight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5138928"/>
            <a:ext cx="91440" cy="91440"/>
          </a:xfrm>
          <a:prstGeom prst="ellipse">
            <a:avLst/>
          </a:prstGeom>
          <a:solidFill>
            <a:srgbClr val="DDB3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frontend test suite — verified via manual + browser-automation screenshots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DA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clearest evidence for EKOS's thesis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C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its own most honest finding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C9C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integrity engine's 0/2 result on paraphrased duplicate detection isn't a failure of the system design — it's a precise, validated demonstration of exactly where lexical methods stop being sufficient and semantic understanding becomes necessary.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same problem EKOS exists to solve for an organization's documentation in the first place.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EKOS — Aurelia Technologies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2026-08-26T19:14:47Z</dcterms:created>
  <dcterms:modified xsi:type="dcterms:W3CDTF">2026-08-26T19:14:47Z</dcterms:modified>
</cp:coreProperties>
</file>